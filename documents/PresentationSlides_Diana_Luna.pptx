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Old Standard TT"/>
      <p:regular r:id="rId23"/>
      <p:bold r:id="rId24"/>
      <p: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4AE760-DA3A-4C97-9A53-A8CCCDA142BD}">
  <a:tblStyle styleId="{E54AE760-DA3A-4C97-9A53-A8CCCDA142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OldStandardTT-bold.fntdata"/><Relationship Id="rId23" Type="http://schemas.openxmlformats.org/officeDocument/2006/relationships/font" Target="fonts/OldStandardT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ldStandardT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b777b72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b777b72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9867554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9867554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78a074a37_0_3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78a074a37_0_3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986755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986755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8a074a37_0_3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78a074a37_0_3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9867554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4986755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78a074a37_0_5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78a074a37_0_5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9867554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986755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9867554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9867554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9867554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49867554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986755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986755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9867554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9867554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9867554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49867554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8a074a37_0_5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78a074a37_0_5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49867554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49867554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Cybersecurity Risk Assessment &amp; Mitigation Framework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MSIT 5910 Capstone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</a:t>
            </a:r>
            <a:r>
              <a:rPr lang="en"/>
              <a:t> by: Professor Shabia Shabir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Submitted by: Diana Luna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Healthcare Cybersecurity Challenges	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of EHR and digital healthcare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Rise in ransomware/data breaches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Importance protecting ePHI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HIPAA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National Institute and Standards and Technology 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800" y="2653900"/>
            <a:ext cx="3190275" cy="2368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organizations often lack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Formal risk registers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Integrated incident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modeling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Compliance mapping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Consequences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breaches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Financial penalties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 safety risks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Healthcare cybersecurity risk assessment and mitigation </a:t>
            </a:r>
            <a:r>
              <a:rPr lang="en"/>
              <a:t>framework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Modular Architecture Objective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Risk Assessment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Threat Intelligence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Compliance Mapping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Incident Response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Reporting Dashboard</a:t>
            </a:r>
            <a:endParaRPr sz="1400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Assists mid-size healthcare organizations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Identify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Assess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Respond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Stakeholders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IT &amp; Cybersecurity teams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Healthcare Providers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Compliance Officers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Scope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 prototype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Modular architecture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Conceptual CI/CD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Healthcare cybersecurity focus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</a:t>
            </a:r>
            <a:r>
              <a:rPr lang="en"/>
              <a:t>Architecture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71600"/>
            <a:ext cx="3993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Layered &amp; Modular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flows through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module is triggered by the previous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526" y="74300"/>
            <a:ext cx="3067675" cy="48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System Components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 Assessment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Intelligence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Compliance Mapping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Reporting </a:t>
            </a:r>
            <a:r>
              <a:rPr lang="en"/>
              <a:t>Dashboard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Assessment &amp; Security Logic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440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Inputs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Assets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Vulnerabilities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Output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Risk Score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Aligns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NIST Risk Assessment Principles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Prioritizes cyber security risks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Risk Score = Likelihood x Impact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 = 3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Medium =2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Low = 1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478450" y="398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{E54AE760-DA3A-4C97-9A53-A8CCCDA142BD}</a:tableStyleId>
              </a:tblPr>
              <a:tblGrid>
                <a:gridCol w="1463750"/>
                <a:gridCol w="1308725"/>
                <a:gridCol w="1246150"/>
                <a:gridCol w="1277425"/>
                <a:gridCol w="1277425"/>
                <a:gridCol w="1277425"/>
              </a:tblGrid>
              <a:tr h="28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Asset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Vulnerability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Likelihood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Impact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Risk</a:t>
                      </a:r>
                      <a:r>
                        <a:rPr lang="en" sz="1000"/>
                        <a:t> Score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Risk Level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Epic EHR System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Weak Passwords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Medical Device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Outdated Firmware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Medium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Medium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4025" y="1058222"/>
            <a:ext cx="2498550" cy="28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245" y="682600"/>
            <a:ext cx="2239050" cy="323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Testing and Validation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Integration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 box and white box testing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450" y="3369850"/>
            <a:ext cx="41529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450" y="2495695"/>
            <a:ext cx="2676075" cy="20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CI/CD and DevSecOps Integration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50" y="1423625"/>
            <a:ext cx="622575" cy="21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Workflow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7498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GitHub Branches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Automated testing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Deployment validation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Healthcare </a:t>
            </a:r>
            <a:r>
              <a:rPr lang="en"/>
              <a:t>deployment reliability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Outputs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 Score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Compliance result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response output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50" y="2571750"/>
            <a:ext cx="39624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Limitations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Aligning NIST &amp; HIPAA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Balancing </a:t>
            </a:r>
            <a:r>
              <a:rPr lang="en"/>
              <a:t>usability</a:t>
            </a:r>
            <a:r>
              <a:rPr lang="en"/>
              <a:t> and </a:t>
            </a:r>
            <a:r>
              <a:rPr lang="en"/>
              <a:t>technical</a:t>
            </a:r>
            <a:r>
              <a:rPr lang="en"/>
              <a:t> depth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Lightweight prototype </a:t>
            </a:r>
            <a:r>
              <a:rPr lang="en"/>
              <a:t>limitation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database/cloud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threat intelligence feeds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Enhancements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time </a:t>
            </a:r>
            <a:r>
              <a:rPr lang="en"/>
              <a:t>threat</a:t>
            </a:r>
            <a:r>
              <a:rPr lang="en"/>
              <a:t> feeds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Multi-factor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threat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CI/CD automation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Framework improves health cybersecurity readiness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Modular </a:t>
            </a:r>
            <a:r>
              <a:rPr lang="en"/>
              <a:t>architecture</a:t>
            </a:r>
            <a:r>
              <a:rPr lang="en"/>
              <a:t> supports scalability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 validation reliability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CI/CD concepts improve future maintainability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HIPAA/NIST alignment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466344" lvl="0" marL="4663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Allen-Addy, C. (2025 September 29). Threat Modeling STRIDE Methodology. IriusRisk. https://www.iriusrisk.com/resources-blog/threat-modeling-methodology-stride.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Davis, J. (2022, June 15). Ransomware Attack on Yuma Regional Medical Leads to Data Theft for 700K patients. SC Media. https://www.scworld.com/analysis/ransomware-attack-on-yuma-regional-medical-leads-to-data-theft-for-700k-patients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Kurskov, D. CyberAttacks on Healthcare to Affect Almost Half of Health Systems, Threaten PAtient Treatment, and Drive Up Breach Costs. Unless?. </a:t>
            </a:r>
            <a:r>
              <a:rPr lang="en"/>
              <a:t>ScienceSoft</a:t>
            </a:r>
            <a:r>
              <a:rPr lang="en"/>
              <a:t>. https://www.scnsoft.com/healthcare/cybersecurity-statistics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National Institute of Standards and Technology. (2018, April 16).  Framework for Improving Critical Infrastructure Cybersecurity. (Version 1.1). https://nvlpubs.nist.gov/nistpubs/cswp/nist.cswp.04162018.pdf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Lindemulder, G. &amp; Kosinski, M. (n.d.). What is Role-Based Access Control (RBAC)?. https://www.ibm.com/think/topics/rbac.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Marron J (2024) Implementing the Health Insurance Portability and Accountability Act (HIPAA) Security Rule: A Cybersecurity Resource Guide. (National Institute of Standards and Technology, Gaithersburg, MD), NIST Special Publication (SP) NIST SP 800-66r2. https://nvlpubs.nist.gov/nistpubs/SpecialPublications/NIST.SP.800-66r2.pdf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National Institute of Standards and Technology. (2012 September). Guide for Conducting Risk Assessments (NIST Special Publication 800-30 Rev. 1). U.S. Department of Commerce. https://nvlpubs.nist.gov/nistpubs/legacy/sp/nistspecialpublication800-30r1.pdf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National Institute of Standards and Technology. (2018, April 16).  Framework for Improving Critical Infrastructure Cybersecurity. (Version 1.1). https://nvlpubs.nist.gov/nistpubs/cswp/nist.cswp.04162018.pdf</a:t>
            </a:r>
            <a:endParaRPr/>
          </a:p>
          <a:p>
            <a:pPr indent="-466344" lvl="0" marL="466344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U.S. Department of Health and Human Services. (2023 December). Healthcare sector cybersecurity. Accessed April 30, 2024. https://aspr.hhs.gov/cyber/Documents/Health-Care-Sector-Cybersecurity-Dec2023-508.pdf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Introduction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